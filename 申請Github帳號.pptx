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" y="1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613ECA-4987-460C-8A95-FC73E04DC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D7DF9B-929F-4FF0-A9A6-AD64BC865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A0B229-82CB-4712-8559-038FE22A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EF1FAF-AA5F-4DD0-B879-3B5956D7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CFE8CC-06D8-4E1C-B03D-29C7FEF7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55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807D5-BA56-4E51-BA40-89107FCB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818E0C-CDF2-452E-9084-85A638CF7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F1ED73-A473-4DF5-B63A-C85D0A05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19F8AE-3249-48F7-A8BA-620911D6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B5CA89-36DB-4BAA-859E-E1E60F72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46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3F0B92-03EF-4A28-A126-A1476102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DC69DE-A616-4BA7-BD87-C72187BA1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554372-C1BC-4EB2-92BD-939A31143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D20013-1EFE-447B-8E9A-30ABAA58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2BAC7F-2F12-4023-9D8F-EFFF81B6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97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027452-BAE2-40AA-9E42-90AE919B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5E7392-73FD-49A0-AFF5-4DEE5A6C1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2277A3-1C6D-4E38-8D81-265F836EE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57B4CE-C98E-46E9-AA4C-D57326C7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42A1D0-FFC7-48AB-94F0-E4D902EE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7C0157-3A62-44B5-B18D-92D95639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29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A3B66A-6AC1-40AB-98A3-1011EFE1E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633050-49D1-4DEE-A300-68D8CB10D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523E8B-21E5-41CA-B8FB-D4F302F48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E9EE8DE-0A39-4F7C-8A8A-39E9EA434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771451E-BCD5-4E6B-A9ED-DD36F1E84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2DEFF7-7777-424A-9E19-4318797C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9DDA2AE-1F06-4536-834F-03F7A2B8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B1EB7D5-6A8A-408D-BAC8-74BC3FFE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34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8C9E61-0B07-4232-A184-BEC60760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B8370B3-869D-4EEE-988A-59694914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A04B50-60E5-411E-920A-20C8E100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AE7677-E5F8-463F-A4C0-9D6C1F8D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3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DA3C0E7-5F9E-4DFB-A433-962B23E9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063F76-603A-4013-95E8-BAEA68C6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EAD86D-4B66-4C31-98D9-01570CBD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83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35DCF4-3802-4B73-8448-8033D36E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A3365B-CA8D-4954-98FA-D2A2AD361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87E0BD-248D-4AEF-841E-35BA1F2AA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3E975A-6CBC-4280-8A44-96DE3B4F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F20B70-446D-4D54-9267-4712B94C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15FF62-D504-4B6E-BC11-ED4B8222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19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4175D-B8FC-40E0-AE59-120484B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40016-0D14-4713-9303-B2574B12B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58678A-E409-416E-869D-02DB44644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B0EB45-B54E-4A94-A370-88054F8A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56B714-C9AD-4661-BC04-EFF189B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740B6-0619-49C4-AE4E-CA681DD5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52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BFDEA3-3671-4790-814E-BC0DD620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A96E97-56F3-4A1B-93CB-F526669AF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8F88DB-8A00-4554-9DCD-443BD06E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5174AB-A63B-401F-B6A1-B4F4111C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582EB1-8BC1-4AF6-9D1E-F308BD26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48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8DA8C2-9A80-4331-922E-805711122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7727E9-2547-47FA-A3BD-0B988D12E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39E3A9-A592-44E6-90B3-9DCD8A3F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B9581B-50D0-4D6B-9F65-4EC49DF6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4F4E16-7832-4FA7-89C8-F8BAD7C3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36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E11E7BB-57D5-4744-80D5-21D46226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9C1896-324A-41DD-8280-C276A18D3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1CEFE4-763D-4995-B9A6-07CD6CC12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8548B-3941-450D-B1BB-F995B7B3C14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24ACED-9266-41B2-9D6B-64073557B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1BD3-AB63-4C19-B9B0-F3557F00B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B8A2D-8928-4612-809C-60416CD368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75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ow-to-make-docs.readthedocs.io/zh-tw/latest/GoogleDoc/Github%E5%B8%B3%E8%99%9F%E7%94%B3%E8%AB%8B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56E7598-7478-4CA5-B362-B79208FE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</a:t>
            </a:r>
            <a:r>
              <a:rPr lang="en-US" altLang="zh-TW" dirty="0" err="1"/>
              <a:t>Github</a:t>
            </a:r>
            <a:r>
              <a:rPr lang="zh-TW" altLang="en-US" dirty="0"/>
              <a:t>帳號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B86D923-142C-47C3-BB2F-EF7B65C0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https://how-to-make-docs.readthedocs.io/zh-tw/latest/GoogleDoc/Github%E5%B8%B3%E8%99%9F%E7%94%B3%E8%AB%8B.html</a:t>
            </a:r>
            <a:endParaRPr lang="en-US" altLang="zh-TW" dirty="0"/>
          </a:p>
          <a:p>
            <a:r>
              <a:rPr lang="zh-TW" altLang="en-US" dirty="0"/>
              <a:t>建立儲存庫</a:t>
            </a:r>
            <a:r>
              <a:rPr lang="en-US" altLang="zh-TW" dirty="0"/>
              <a:t>(repository) </a:t>
            </a:r>
            <a:r>
              <a:rPr lang="zh-TW" altLang="en-US" dirty="0"/>
              <a:t>開啟 </a:t>
            </a:r>
            <a:r>
              <a:rPr lang="en-US" altLang="zh-TW" dirty="0"/>
              <a:t>Readme</a:t>
            </a:r>
            <a:r>
              <a:rPr lang="zh-TW" altLang="en-US" dirty="0"/>
              <a:t>後建立專案</a:t>
            </a:r>
            <a:endParaRPr lang="en-US" altLang="zh-TW" dirty="0"/>
          </a:p>
          <a:p>
            <a:r>
              <a:rPr lang="zh-TW" altLang="en-US" dirty="0"/>
              <a:t>進入專案並點選設定</a:t>
            </a:r>
            <a:r>
              <a:rPr lang="en-US" altLang="zh-TW" dirty="0"/>
              <a:t>-pages, branch</a:t>
            </a:r>
            <a:r>
              <a:rPr lang="zh-TW" altLang="en-US" dirty="0"/>
              <a:t>選擇 </a:t>
            </a:r>
            <a:r>
              <a:rPr lang="en-US" altLang="zh-TW" dirty="0"/>
              <a:t>main</a:t>
            </a:r>
            <a:r>
              <a:rPr lang="zh-TW" altLang="en-US" dirty="0"/>
              <a:t>後點選 </a:t>
            </a:r>
            <a:r>
              <a:rPr lang="en-US" altLang="zh-TW" dirty="0"/>
              <a:t>save</a:t>
            </a:r>
          </a:p>
          <a:p>
            <a:r>
              <a:rPr lang="zh-TW" altLang="en-US" dirty="0"/>
              <a:t>進入專案 </a:t>
            </a:r>
            <a:r>
              <a:rPr lang="en-US" altLang="zh-TW" dirty="0"/>
              <a:t>code</a:t>
            </a:r>
            <a:r>
              <a:rPr lang="zh-TW" altLang="en-US" dirty="0"/>
              <a:t>選擇 </a:t>
            </a:r>
            <a:r>
              <a:rPr lang="en-US" altLang="zh-TW" dirty="0"/>
              <a:t>go to files – upload files </a:t>
            </a:r>
            <a:r>
              <a:rPr lang="zh-TW" altLang="en-US" dirty="0"/>
              <a:t>並將檔案拉至上載區域</a:t>
            </a:r>
            <a:endParaRPr lang="en-US" altLang="zh-TW" dirty="0"/>
          </a:p>
          <a:p>
            <a:r>
              <a:rPr lang="zh-TW" altLang="en-US" dirty="0"/>
              <a:t>等全部檔案上載後 選擇 </a:t>
            </a:r>
            <a:r>
              <a:rPr lang="en-US" altLang="zh-TW" dirty="0"/>
              <a:t>commit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4879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4D04B-7ED0-4B96-8889-F3A7676D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1F4803-68F4-4481-93B2-BCAD30DD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需要修改為</a:t>
            </a:r>
            <a:r>
              <a:rPr lang="en-US" altLang="zh-TW" dirty="0"/>
              <a:t>index.html </a:t>
            </a:r>
            <a:r>
              <a:rPr lang="zh-TW" altLang="en-US" dirty="0"/>
              <a:t>與 遊戲 </a:t>
            </a:r>
            <a:r>
              <a:rPr lang="en-US" altLang="zh-TW" dirty="0"/>
              <a:t>html</a:t>
            </a:r>
            <a:r>
              <a:rPr lang="zh-TW" altLang="en-US" dirty="0"/>
              <a:t>檔</a:t>
            </a:r>
            <a:endParaRPr lang="en-US" altLang="zh-TW" dirty="0"/>
          </a:p>
          <a:p>
            <a:r>
              <a:rPr lang="en-US" altLang="zh-TW" dirty="0"/>
              <a:t>Index.html</a:t>
            </a:r>
            <a:r>
              <a:rPr lang="zh-TW" altLang="en-US" dirty="0"/>
              <a:t>加入按鈕連結至遊戲</a:t>
            </a:r>
            <a:r>
              <a:rPr lang="en-US" altLang="zh-TW" dirty="0"/>
              <a:t>, </a:t>
            </a:r>
            <a:r>
              <a:rPr lang="zh-TW" altLang="en-US" dirty="0"/>
              <a:t>每個檔加入 按鈕連結至</a:t>
            </a:r>
            <a:r>
              <a:rPr lang="en-US" altLang="zh-TW" dirty="0"/>
              <a:t>index</a:t>
            </a:r>
          </a:p>
          <a:p>
            <a:r>
              <a:rPr lang="en-US" altLang="zh-TW" dirty="0"/>
              <a:t>service-worker.js</a:t>
            </a:r>
            <a:r>
              <a:rPr lang="zh-TW" altLang="en-US" dirty="0"/>
              <a:t>加入新增網頁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364569-B2A1-4238-9B4E-300C83F563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459" b="51293"/>
          <a:stretch/>
        </p:blipFill>
        <p:spPr>
          <a:xfrm>
            <a:off x="5260910" y="3517641"/>
            <a:ext cx="6843977" cy="334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4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3C2638-2A3F-43B9-859B-9E3A55D5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DEF426-F0F9-4F0C-BE47-E3239739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https://pwangstustmis.github.io/proj20251104/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519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135</Words>
  <Application>Microsoft Office PowerPoint</Application>
  <PresentationFormat>寬螢幕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申請Github帳號</vt:lpstr>
      <vt:lpstr>下載檔案</vt:lpstr>
      <vt:lpstr>檔案位置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申請Github帳號</dc:title>
  <dc:creator>PC Wang</dc:creator>
  <cp:lastModifiedBy>PC Wang</cp:lastModifiedBy>
  <cp:revision>6</cp:revision>
  <dcterms:created xsi:type="dcterms:W3CDTF">2025-11-04T15:48:18Z</dcterms:created>
  <dcterms:modified xsi:type="dcterms:W3CDTF">2025-11-05T00:12:01Z</dcterms:modified>
</cp:coreProperties>
</file>